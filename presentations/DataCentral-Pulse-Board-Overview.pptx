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DataCentral Pulse · Board overview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ataCentr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2377440" cy="31325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148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4B5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DATACENTRAL PULSE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56032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system of record for what customers ask, and what DataCentral ships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6634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3A3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Pulse turns scattered feedback into a scored, published roadmap, and closes the loop with the customer by email.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Board overview · October 2026</a:t>
            </a:r>
            <a:endParaRPr lang="en-US" sz="1200" dirty="0"/>
          </a:p>
        </p:txBody>
      </p:sp>
      <p:sp>
        <p:nvSpPr>
          <p:cNvPr id="7" name="Brand stripe 1"/>
          <p:cNvSpPr/>
          <p:nvPr/>
        </p:nvSpPr>
        <p:spPr>
          <a:xfrm>
            <a:off x="0" y="6766560"/>
            <a:ext cx="3047924" cy="91440"/>
          </a:xfrm>
          <a:prstGeom prst="rect">
            <a:avLst/>
          </a:prstGeom>
          <a:solidFill>
            <a:srgbClr val="F9C815"/>
          </a:solidFill>
          <a:ln w="12700">
            <a:solidFill>
              <a:srgbClr val="F9C815"/>
            </a:solidFill>
            <a:prstDash val="solid"/>
          </a:ln>
        </p:spPr>
      </p:sp>
      <p:sp>
        <p:nvSpPr>
          <p:cNvPr id="8" name="Brand stripe 2"/>
          <p:cNvSpPr/>
          <p:nvPr/>
        </p:nvSpPr>
        <p:spPr>
          <a:xfrm>
            <a:off x="3047924" y="6766560"/>
            <a:ext cx="3047924" cy="91440"/>
          </a:xfrm>
          <a:prstGeom prst="rect">
            <a:avLst/>
          </a:prstGeom>
          <a:solidFill>
            <a:srgbClr val="F07124"/>
          </a:solidFill>
          <a:ln w="12700">
            <a:solidFill>
              <a:srgbClr val="F07124"/>
            </a:solidFill>
            <a:prstDash val="solid"/>
          </a:ln>
        </p:spPr>
      </p:sp>
      <p:sp>
        <p:nvSpPr>
          <p:cNvPr id="9" name="Brand stripe 3"/>
          <p:cNvSpPr/>
          <p:nvPr/>
        </p:nvSpPr>
        <p:spPr>
          <a:xfrm>
            <a:off x="6095848" y="6766560"/>
            <a:ext cx="3047924" cy="91440"/>
          </a:xfrm>
          <a:prstGeom prst="rect">
            <a:avLst/>
          </a:prstGeom>
          <a:solidFill>
            <a:srgbClr val="ED0E78"/>
          </a:solidFill>
          <a:ln w="12700">
            <a:solidFill>
              <a:srgbClr val="ED0E78"/>
            </a:solidFill>
            <a:prstDash val="solid"/>
          </a:ln>
        </p:spPr>
      </p:sp>
      <p:sp>
        <p:nvSpPr>
          <p:cNvPr id="10" name="Brand stripe 4"/>
          <p:cNvSpPr/>
          <p:nvPr/>
        </p:nvSpPr>
        <p:spPr>
          <a:xfrm>
            <a:off x="9143771" y="6766560"/>
            <a:ext cx="3047924" cy="91440"/>
          </a:xfrm>
          <a:prstGeom prst="rect">
            <a:avLst/>
          </a:prstGeom>
          <a:solidFill>
            <a:srgbClr val="6640A2"/>
          </a:solidFill>
          <a:ln w="12700">
            <a:solidFill>
              <a:srgbClr val="6640A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Feedback has no system of record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0080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Scattered by default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Requests arrive by email, calls and Slack. DataCentral's product priorities live in someone's head, not in a shared record.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368698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43018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shared status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43018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Customers cannot see what has already been asked for, or where it stands, without asking again.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097317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71637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Consolidation is manual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71637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request from three customers reads as three separate asks until someone happens to notice.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governed pipeline from request to release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0080" y="2103120"/>
            <a:ext cx="2419274" cy="292608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71800"/>
            <a:ext cx="18706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Request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03320"/>
            <a:ext cx="187063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customer describes a problem. It stays private to their organization.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059354" y="33375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Card"/>
          <p:cNvSpPr/>
          <p:nvPr/>
        </p:nvSpPr>
        <p:spPr>
          <a:xfrm>
            <a:off x="3470834" y="2103120"/>
            <a:ext cx="2419274" cy="292608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45154" y="237744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45154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45154" y="2971800"/>
            <a:ext cx="18706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Triage and consolidate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745154" y="3703320"/>
            <a:ext cx="187063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DataCentral links it to a canonical idea, or opens a new one.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890108" y="33375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Card"/>
          <p:cNvSpPr/>
          <p:nvPr/>
        </p:nvSpPr>
        <p:spPr>
          <a:xfrm>
            <a:off x="6301588" y="2103120"/>
            <a:ext cx="2419274" cy="292608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75908" y="237744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75908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75908" y="2971800"/>
            <a:ext cx="18706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Score and publish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575908" y="3703320"/>
            <a:ext cx="187063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Prioritized internally, then published in customer-safe language.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720861" y="33375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Card"/>
          <p:cNvSpPr/>
          <p:nvPr/>
        </p:nvSpPr>
        <p:spPr>
          <a:xfrm>
            <a:off x="9132341" y="2103120"/>
            <a:ext cx="2419274" cy="292608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06661" y="237744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06661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406661" y="2971800"/>
            <a:ext cx="18706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Release and notify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406661" y="3703320"/>
            <a:ext cx="187063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Shipped, bundled into a release, and communicated to customers.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DESIGN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Private requests, public ideas, never confused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0080" y="1965960"/>
            <a:ext cx="531860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Request: private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476996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customer's ask.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Problem, impact, attachments.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Visible only inside their organization.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status history and comments.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6233008" y="1965960"/>
            <a:ext cx="531860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07328" y="2240280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Idea: customer-safe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07328" y="2971800"/>
            <a:ext cx="476996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DataCentral's canonical record.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Consolidates every request behind it.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Scored, staged and explicitly published.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Shown on the public roadmap.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WHO IT IS FOR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app, two sides of the same conversation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0080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DataCentral customers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Submit requests, track status and see what is shipping. Origo, Landsnet, RARIK and partners such as Crayon are on Pulse today.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368698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43018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and support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43018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Triage, consolidate, score and publish, with a full audit trail behind every decision.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097317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71637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identity, many roles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71637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person can hold a different role at each customer company they belong to, enforced on every request.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 THIS QUARTER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Release emails close the loop with customers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0080" y="1965960"/>
            <a:ext cx="3454298" cy="365760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Branded, bilingual templates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290565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 updates, service notices and announcements in English and Icelandic. A published release offers a draft customer email in one click.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368698" y="1965960"/>
            <a:ext cx="3454298" cy="365760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43018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right audience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43018" y="2971800"/>
            <a:ext cx="290565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Target by company, role or contact. Pulse members receive communications automatically; contacts cover people without an account.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097317" y="1965960"/>
            <a:ext cx="3454298" cy="365760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71637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Delivery you can audit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71637" y="2971800"/>
            <a:ext cx="290565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send is tracked per recipient. Bounces and unsubscribes feed a suppression list. Safe mode holds the first real send until an administrator confirms.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 THIS QUARTER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Sign-in that fits each customer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0080" y="1965960"/>
            <a:ext cx="3454298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DataCentral launch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29056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Signed handshake from the DataCentral portal. The primary path for embedded use.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368698" y="1965960"/>
            <a:ext cx="3454298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43018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Microsoft Entra ID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43018" y="2971800"/>
            <a:ext cx="29056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Standalone single sign-on for organizations that sign in directly.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097317" y="1965960"/>
            <a:ext cx="3454298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71637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Email passcode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71637" y="2971800"/>
            <a:ext cx="29056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Six-digit, single-use code with a 10-minute lifetime for provisioned accounts. Administrators choose the method per user.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DIFFERENTIATOR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 assistant that can act, not just answer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0080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In-app assistant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Claude-powered panel that reads and acts on your own data, limited to what you are permitted to see.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368698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43018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same assistant in Slack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43018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Message it or mention it. No separate bot to learn, no context switch.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097317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71637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Guardrails on the risky actions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71637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Publishing or merging requires an explicit confirmation, every time.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DIFFERENTIATOR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Pulse speaks MCP, so any AI client can too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0080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standard, not a workaround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Pulse runs its own OAuth-secured MCP server, the open standard Claude uses to connect to tools.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368698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43018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Signs in as a real person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43018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MCP connection authorizes as an actual Pulse user, never a shared service account.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097317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71637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action is logged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71637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audit trail as the web app, whether the request came from a browser or an AI agent.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PULSE IN NUMBERS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has been built</a:t>
            </a:r>
            <a:endParaRPr lang="en-US" sz="3200" dirty="0"/>
          </a:p>
        </p:txBody>
      </p:sp>
      <p:sp>
        <p:nvSpPr>
          <p:cNvPr id="4" name="Stat card"/>
          <p:cNvSpPr/>
          <p:nvPr/>
        </p:nvSpPr>
        <p:spPr>
          <a:xfrm>
            <a:off x="640080" y="2011680"/>
            <a:ext cx="2522144" cy="292608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1973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7C3A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77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91840"/>
            <a:ext cx="1973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REST API paths in a published OpenAPI 3.1 contract</a:t>
            </a:r>
            <a:endParaRPr lang="en-US" sz="1400" dirty="0"/>
          </a:p>
        </p:txBody>
      </p:sp>
      <p:sp>
        <p:nvSpPr>
          <p:cNvPr id="7" name="Stat card"/>
          <p:cNvSpPr/>
          <p:nvPr/>
        </p:nvSpPr>
        <p:spPr>
          <a:xfrm>
            <a:off x="3436544" y="2011680"/>
            <a:ext cx="2522144" cy="292608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10864" y="2240280"/>
            <a:ext cx="1973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7C3A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59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710864" y="3291840"/>
            <a:ext cx="1973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assistant tools: 24 customer, 24 internal, 11 admin</a:t>
            </a:r>
            <a:endParaRPr lang="en-US" sz="1400" dirty="0"/>
          </a:p>
        </p:txBody>
      </p:sp>
      <p:sp>
        <p:nvSpPr>
          <p:cNvPr id="10" name="Stat card"/>
          <p:cNvSpPr/>
          <p:nvPr/>
        </p:nvSpPr>
        <p:spPr>
          <a:xfrm>
            <a:off x="6233008" y="2011680"/>
            <a:ext cx="2522144" cy="292608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240280"/>
            <a:ext cx="1973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7C3A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507328" y="3291840"/>
            <a:ext cx="1973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versioned database migrations, applied in order</a:t>
            </a:r>
            <a:endParaRPr lang="en-US" sz="1400" dirty="0"/>
          </a:p>
        </p:txBody>
      </p:sp>
      <p:sp>
        <p:nvSpPr>
          <p:cNvPr id="13" name="Stat card"/>
          <p:cNvSpPr/>
          <p:nvPr/>
        </p:nvSpPr>
        <p:spPr>
          <a:xfrm>
            <a:off x="9029471" y="2011680"/>
            <a:ext cx="2522144" cy="292608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03791" y="2240280"/>
            <a:ext cx="1973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7C3A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16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9303791" y="3291840"/>
            <a:ext cx="1973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suites run on every change, including security cases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PROOF POINT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 days from approved spec to a security-tested application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authentication, an AI assistant, a Slack bot and an MCP server included. Source: project history, July 2026.</a:t>
            </a:r>
            <a:endParaRPr lang="en-US" sz="1800" dirty="0"/>
          </a:p>
        </p:txBody>
      </p:sp>
      <p:sp>
        <p:nvSpPr>
          <p:cNvPr id="5" name="Stat card"/>
          <p:cNvSpPr/>
          <p:nvPr/>
        </p:nvSpPr>
        <p:spPr>
          <a:xfrm>
            <a:off x="640080" y="3017520"/>
            <a:ext cx="47548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32461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7C3A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 days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29768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approved product spec to a working, tested application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TRUST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Held to the same bar DataCentral sells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0080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standing credentials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Azure SQL and Blob Storage are reached only through managed identity. No passwords or keys to leak.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368698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43018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action is attributable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43018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Status changes, publishes and admin actions write to an audit trail, not just a log line.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097317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71637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Documented, not assumed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71637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published OpenAPI contract and a typed request and response surface.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fast. Launch gates are known, not hidden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0080" y="1965960"/>
            <a:ext cx="531860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Working today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476996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request-to-release workflow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assistant, Slack bot and MCP server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communications and release emails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Email-passcode, Entra and DataCentral sign-in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Bilingual UI (English and Icelandic)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Guided tours and in-app help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6233008" y="1965960"/>
            <a:ext cx="531860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07328" y="2240280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Before general launch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07328" y="2971800"/>
            <a:ext cx="476996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Production identity tenant and verified email domain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Malware scanning and private networking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Backup restore drill and load testing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Penetration test and operator rollback exercise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WCAG 2.2 AA audit and Icelandic copy review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ataCentr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2011680" cy="26506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4688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Feedback has a home. Let's talk about what is next.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420624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3A3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Questions, a live walkthrough, or a look at the launch checklist.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DataCentral Pulse</a:t>
            </a:r>
            <a:endParaRPr lang="en-US" sz="1200" dirty="0"/>
          </a:p>
        </p:txBody>
      </p:sp>
      <p:sp>
        <p:nvSpPr>
          <p:cNvPr id="6" name="Brand stripe 1"/>
          <p:cNvSpPr/>
          <p:nvPr/>
        </p:nvSpPr>
        <p:spPr>
          <a:xfrm>
            <a:off x="0" y="6766560"/>
            <a:ext cx="3047924" cy="91440"/>
          </a:xfrm>
          <a:prstGeom prst="rect">
            <a:avLst/>
          </a:prstGeom>
          <a:solidFill>
            <a:srgbClr val="F9C815"/>
          </a:solidFill>
          <a:ln w="12700">
            <a:solidFill>
              <a:srgbClr val="F9C815"/>
            </a:solidFill>
            <a:prstDash val="solid"/>
          </a:ln>
        </p:spPr>
      </p:sp>
      <p:sp>
        <p:nvSpPr>
          <p:cNvPr id="7" name="Brand stripe 2"/>
          <p:cNvSpPr/>
          <p:nvPr/>
        </p:nvSpPr>
        <p:spPr>
          <a:xfrm>
            <a:off x="3047924" y="6766560"/>
            <a:ext cx="3047924" cy="91440"/>
          </a:xfrm>
          <a:prstGeom prst="rect">
            <a:avLst/>
          </a:prstGeom>
          <a:solidFill>
            <a:srgbClr val="F07124"/>
          </a:solidFill>
          <a:ln w="12700">
            <a:solidFill>
              <a:srgbClr val="F07124"/>
            </a:solidFill>
            <a:prstDash val="solid"/>
          </a:ln>
        </p:spPr>
      </p:sp>
      <p:sp>
        <p:nvSpPr>
          <p:cNvPr id="8" name="Brand stripe 3"/>
          <p:cNvSpPr/>
          <p:nvPr/>
        </p:nvSpPr>
        <p:spPr>
          <a:xfrm>
            <a:off x="6095848" y="6766560"/>
            <a:ext cx="3047924" cy="91440"/>
          </a:xfrm>
          <a:prstGeom prst="rect">
            <a:avLst/>
          </a:prstGeom>
          <a:solidFill>
            <a:srgbClr val="ED0E78"/>
          </a:solidFill>
          <a:ln w="12700">
            <a:solidFill>
              <a:srgbClr val="ED0E78"/>
            </a:solidFill>
            <a:prstDash val="solid"/>
          </a:ln>
        </p:spPr>
      </p:sp>
      <p:sp>
        <p:nvSpPr>
          <p:cNvPr id="9" name="Brand stripe 4"/>
          <p:cNvSpPr/>
          <p:nvPr/>
        </p:nvSpPr>
        <p:spPr>
          <a:xfrm>
            <a:off x="9143771" y="6766560"/>
            <a:ext cx="3047924" cy="91440"/>
          </a:xfrm>
          <a:prstGeom prst="rect">
            <a:avLst/>
          </a:prstGeom>
          <a:solidFill>
            <a:srgbClr val="6640A2"/>
          </a:solidFill>
          <a:ln w="12700">
            <a:solidFill>
              <a:srgbClr val="6640A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DataCentral Pulse">
  <a:themeElements>
    <a:clrScheme name="DataCentral Pulse">
      <a:dk1>
        <a:srgbClr val="171717"/>
      </a:dk1>
      <a:lt1>
        <a:srgbClr val="FFFFFF"/>
      </a:lt1>
      <a:dk2>
        <a:srgbClr val="0A0A0A"/>
      </a:dk2>
      <a:lt2>
        <a:srgbClr val="FAFAFA"/>
      </a:lt2>
      <a:accent1>
        <a:srgbClr val="7C3AED"/>
      </a:accent1>
      <a:accent2>
        <a:srgbClr val="6D28D9"/>
      </a:accent2>
      <a:accent3>
        <a:srgbClr val="8B5CF6"/>
      </a:accent3>
      <a:accent4>
        <a:srgbClr val="F59E0B"/>
      </a:accent4>
      <a:accent5>
        <a:srgbClr val="10B981"/>
      </a:accent5>
      <a:accent6>
        <a:srgbClr val="737373"/>
      </a:accent6>
      <a:hlink>
        <a:srgbClr val="7C3AED"/>
      </a:hlink>
      <a:folHlink>
        <a:srgbClr val="6D28D9"/>
      </a:folHlink>
    </a:clrScheme>
    <a:fontScheme name="DataCentral Puls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DataCentral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DataCentral Pulse — board overview</dc:title>
  <dc:subject>PptxGenJS Presentation</dc:subject>
  <dc:creator>DataCentral</dc:creator>
  <cp:lastModifiedBy>DataCentral</cp:lastModifiedBy>
  <cp:revision>1</cp:revision>
  <dcterms:created xsi:type="dcterms:W3CDTF">2026-10-15T10:22:03Z</dcterms:created>
  <dcterms:modified xsi:type="dcterms:W3CDTF">2026-10-15T10:22:03Z</dcterms:modified>
</cp:coreProperties>
</file>